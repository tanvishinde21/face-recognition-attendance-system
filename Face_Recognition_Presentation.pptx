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Recognition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Presentation</a:t>
            </a:r>
          </a:p>
          <a:p>
            <a:r>
              <a:t>Tanvi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Automated attendance using face recognition.</a:t>
            </a:r>
          </a:p>
          <a:p>
            <a:r>
              <a:t>Saves time and improves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Automate attendance</a:t>
            </a:r>
          </a:p>
          <a:p>
            <a:r>
              <a:t>• Reduce errors</a:t>
            </a:r>
          </a:p>
          <a:p>
            <a:r>
              <a:t>• Save time</a:t>
            </a:r>
          </a:p>
          <a:p>
            <a:r>
              <a:t>• Secure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Python, Django, OpenCV, NumPy,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Register face</a:t>
            </a:r>
          </a:p>
          <a:p>
            <a:r>
              <a:t>2. Train model</a:t>
            </a:r>
          </a:p>
          <a:p>
            <a:r>
              <a:t>3. Detect face</a:t>
            </a:r>
          </a:p>
          <a:p>
            <a:r>
              <a:t>4. Mark attendance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pic>
        <p:nvPicPr>
          <p:cNvPr id="3" name="Picture 2" descr="Screenshot (8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Registration</a:t>
            </a:r>
          </a:p>
        </p:txBody>
      </p:sp>
      <p:pic>
        <p:nvPicPr>
          <p:cNvPr id="3" name="Picture 2" descr="Screenshot (8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Logs</a:t>
            </a:r>
          </a:p>
        </p:txBody>
      </p:sp>
      <p:pic>
        <p:nvPicPr>
          <p:cNvPr id="3" name="Picture 2" descr="Screenshot (8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Scanning</a:t>
            </a:r>
          </a:p>
        </p:txBody>
      </p:sp>
      <p:pic>
        <p:nvPicPr>
          <p:cNvPr id="3" name="Picture 2" descr="Screenshot (9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Efficient and secure attendance system using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